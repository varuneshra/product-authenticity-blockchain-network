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78" r:id="rId5"/>
    <p:sldId id="282" r:id="rId6"/>
    <p:sldId id="288" r:id="rId7"/>
    <p:sldId id="279" r:id="rId8"/>
    <p:sldId id="283" r:id="rId9"/>
    <p:sldId id="286" r:id="rId10"/>
    <p:sldId id="284" r:id="rId11"/>
    <p:sldId id="285" r:id="rId12"/>
    <p:sldId id="287" r:id="rId13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91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594" y="62"/>
      </p:cViewPr>
      <p:guideLst>
        <p:guide orient="horz" pos="2914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FD98A-E095-48C9-A810-43203C220A2F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A371E-2DED-45A9-97CA-DC71AD54BD4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8b46264e5_3_29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5" name="Google Shape;75;g288b46264e5_3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/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/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-359448" y="2630129"/>
            <a:ext cx="7829400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24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3000" dirty="0"/>
              <a:t>PRODUCT AUTHENTICITY  CHECKER</a:t>
            </a:r>
            <a:endParaRPr sz="3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327" y="242184"/>
            <a:ext cx="7829345" cy="492443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520" y="1671484"/>
            <a:ext cx="7929716" cy="2954655"/>
          </a:xfrm>
        </p:spPr>
        <p:txBody>
          <a:bodyPr/>
          <a:lstStyle/>
          <a:p>
            <a:pPr marL="5715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To identify counterfeit products and gradually eliminate counterfeit products from the market</a:t>
            </a:r>
            <a:endParaRPr lang="en-US" sz="2400" dirty="0"/>
          </a:p>
          <a:p>
            <a:pPr marL="5715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5715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Brands suffer from revenue loss, reputational damage, and legal risks due to fake products in the supply chain.</a:t>
            </a:r>
            <a:endParaRPr lang="en-US" sz="2400" dirty="0"/>
          </a:p>
          <a:p>
            <a:pPr marL="5715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5715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Lack of transparency in multi-party supply chains worsens traceability issues.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633" y="242184"/>
            <a:ext cx="8172040" cy="492443"/>
          </a:xfrm>
        </p:spPr>
        <p:txBody>
          <a:bodyPr/>
          <a:lstStyle/>
          <a:p>
            <a:r>
              <a:rPr lang="en-IN" dirty="0"/>
              <a:t>PROPOSED SOLUTION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372168" cy="4062651"/>
          </a:xfrm>
        </p:spPr>
        <p:txBody>
          <a:bodyPr/>
          <a:lstStyle/>
          <a:p>
            <a:pPr marL="685800" indent="-45720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 Hyperledger Fabric-based decentralized system for verifying product authenticity.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685800" indent="-45720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Each product is tagged with a unique digital identity stored on the blockchain.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685800" indent="-45720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685800" indent="-45720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Consumers scan a barcode to verify product history and authenticity in real-time.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685800" indent="-45720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685800" indent="-45720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Ensures tamper-proof records and secure audits across the supply chain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395" y="471170"/>
            <a:ext cx="7002145" cy="791210"/>
          </a:xfrm>
        </p:spPr>
        <p:txBody>
          <a:bodyPr/>
          <a:lstStyle/>
          <a:p>
            <a:r>
              <a:rPr lang="en-IN" dirty="0"/>
              <a:t>HYPER LEDGER FABRIC ARCHITECTURE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1026" name="Picture 2" descr="Workflow of Hyperledger Fabric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" y="1392248"/>
            <a:ext cx="7553325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815" y="242184"/>
            <a:ext cx="8155857" cy="492443"/>
          </a:xfrm>
        </p:spPr>
        <p:txBody>
          <a:bodyPr/>
          <a:lstStyle/>
          <a:p>
            <a:r>
              <a:rPr lang="en-IN" dirty="0"/>
              <a:t>BASIC ARCHITECTURE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083" y="1278194"/>
            <a:ext cx="6695769" cy="50997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815" y="242184"/>
            <a:ext cx="8155857" cy="492443"/>
          </a:xfrm>
        </p:spPr>
        <p:txBody>
          <a:bodyPr/>
          <a:lstStyle/>
          <a:p>
            <a:r>
              <a:rPr lang="en-IN" dirty="0"/>
              <a:t>PRODUCT BARCODE SCAN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15" y="1506332"/>
            <a:ext cx="8273161" cy="43536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815" y="242184"/>
            <a:ext cx="8155857" cy="492443"/>
          </a:xfrm>
        </p:spPr>
        <p:txBody>
          <a:bodyPr/>
          <a:lstStyle/>
          <a:p>
            <a:r>
              <a:rPr lang="en-IN" dirty="0"/>
              <a:t>CONFLICT IDENTIFICATION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15" y="1479833"/>
            <a:ext cx="7898785" cy="50570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815" y="242184"/>
            <a:ext cx="8155857" cy="492443"/>
          </a:xfrm>
        </p:spPr>
        <p:txBody>
          <a:bodyPr/>
          <a:lstStyle/>
          <a:p>
            <a:r>
              <a:rPr lang="en-IN" dirty="0"/>
              <a:t>REGISTER USER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984" y="1339338"/>
            <a:ext cx="8309689" cy="46091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25" y="618104"/>
            <a:ext cx="8155857" cy="492443"/>
          </a:xfrm>
        </p:spPr>
        <p:txBody>
          <a:bodyPr/>
          <a:lstStyle/>
          <a:p>
            <a:r>
              <a:rPr lang="en-IN" dirty="0"/>
              <a:t>CHANGE OWNERSHIP OF PRODUCT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832" y="1461473"/>
            <a:ext cx="7659301" cy="37692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633" y="242184"/>
            <a:ext cx="8172040" cy="492443"/>
          </a:xfrm>
        </p:spPr>
        <p:txBody>
          <a:bodyPr/>
          <a:lstStyle/>
          <a:p>
            <a:r>
              <a:rPr lang="en-IN" dirty="0"/>
              <a:t>TECH STACK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372168" cy="1477328"/>
          </a:xfrm>
        </p:spPr>
        <p:txBody>
          <a:bodyPr/>
          <a:lstStyle/>
          <a:p>
            <a:pPr marL="685800" indent="-45720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BLOCKCHAIN – 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Hyperledger Fabric, Couch DB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685800" indent="-45720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685800" indent="-45720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WEB DEVELOPMENT – 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React.js, Node.js, Bootstrap,           				       Mongo DB, Express</a:t>
            </a: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938</Words>
  <Application>WPS Presentation</Application>
  <PresentationFormat>On-screen Show (4:3)</PresentationFormat>
  <Paragraphs>58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Times New Roman</vt:lpstr>
      <vt:lpstr>Calibri</vt:lpstr>
      <vt:lpstr>Times New Roman</vt:lpstr>
      <vt:lpstr>Microsoft YaHei</vt:lpstr>
      <vt:lpstr>Arial Unicode MS</vt:lpstr>
      <vt:lpstr>Default Design</vt:lpstr>
      <vt:lpstr>PRODUCT AUTHENTICITY  CHECKER</vt:lpstr>
      <vt:lpstr>PROBLEM STATEMENT</vt:lpstr>
      <vt:lpstr>PROPOSED SOLUTION</vt:lpstr>
      <vt:lpstr>HYPER LEDGER FABRIC ARCHITECTURE</vt:lpstr>
      <vt:lpstr>BASIC ARCHITECTURE</vt:lpstr>
      <vt:lpstr>PRODUCT BARCODE SCAN</vt:lpstr>
      <vt:lpstr>CONFLICT IDENTIFICATION</vt:lpstr>
      <vt:lpstr>REGISTER USER</vt:lpstr>
      <vt:lpstr>CHANGE OWNERSHIP OF PRODUCT</vt:lpstr>
      <vt:lpstr>TECH STACK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sangeetha mariammal</dc:creator>
  <cp:lastModifiedBy>VARUNESH</cp:lastModifiedBy>
  <cp:revision>22</cp:revision>
  <dcterms:created xsi:type="dcterms:W3CDTF">2025-06-24T06:15:45Z</dcterms:created>
  <dcterms:modified xsi:type="dcterms:W3CDTF">2025-06-24T06:17:53Z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F3B34D9D1D5E44C092B364954E115832_12</vt:lpwstr>
  </property>
  <property fmtid="{D5CDD505-2E9C-101B-9397-08002B2CF9AE}" pid="3" name="KSOProductBuildVer">
    <vt:lpwstr>2057-12.2.0.21183</vt:lpwstr>
  </property>
</Properties>
</file>